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  <Relationship Id='rId14' Target='slides/slide9.xml' Type='http://schemas.openxmlformats.org/officeDocument/2006/relationships/slide' />
  <Relationship Id='rId15' Target='slides/slide10.xml' Type='http://schemas.openxmlformats.org/officeDocument/2006/relationships/slide' />
  <Relationship Id='rId16' Target='slides/slide11.xml' Type='http://schemas.openxmlformats.org/officeDocument/2006/relationships/slide' />
  <Relationship Id='rId17' Target='slides/slide12.xml' Type='http://schemas.openxmlformats.org/officeDocument/2006/relationships/slide' />
  <Relationship Id='rId18' Target='slides/slide13.xml' Type='http://schemas.openxmlformats.org/officeDocument/2006/relationships/slide' />
  <Relationship Id='rId19' Target='slides/slide14.xml' Type='http://schemas.openxmlformats.org/officeDocument/2006/relationships/slide' />
  <Relationship Id='rId20' Target='slides/slide15.xml' Type='http://schemas.openxmlformats.org/officeDocument/2006/relationships/slide' />
  <Relationship Id='rId21' Target='slides/slide16.xml' Type='http://schemas.openxmlformats.org/officeDocument/2006/relationships/slide' />
  <Relationship Id='rId22' Target='slides/slide17.xml' Type='http://schemas.openxmlformats.org/officeDocument/2006/relationships/slide' />
  <Relationship Id='rId23' Target='slides/slide18.xml' Type='http://schemas.openxmlformats.org/officeDocument/2006/relationships/slide' />
  <Relationship Id='rId24' Target='slides/slide19.xml' Type='http://schemas.openxmlformats.org/officeDocument/2006/relationships/slide' />
  <Relationship Id='rId25' Target='slides/slide20.xml' Type='http://schemas.openxmlformats.org/officeDocument/2006/relationships/slide' />
  <Relationship Id='rId26' Target='slides/slide21.xml' Type='http://schemas.openxmlformats.org/officeDocument/2006/relationships/slide' />
  <Relationship Id='rId27' Target='slides/slide22.xml' Type='http://schemas.openxmlformats.org/officeDocument/2006/relationships/slide' />
  <Relationship Id='rId28' Target='slides/slide23.xml' Type='http://schemas.openxmlformats.org/officeDocument/2006/relationships/slide' />
  <Relationship Id='rId29' Target='slides/slide24.xml' Type='http://schemas.openxmlformats.org/officeDocument/2006/relationships/slide' />
  <Relationship Id='rId30' Target='slides/slide25.xml' Type='http://schemas.openxmlformats.org/officeDocument/2006/relationships/slide' />
  <Relationship Id='rId31' Target='slides/slide26.xml' Type='http://schemas.openxmlformats.org/officeDocument/2006/relationships/slide' />
  <Relationship Id='rId32' Target='slides/slide27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Car_Insurance_Final/Story-InsuranceClaims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4' Target='../media/image8.png' Type='http://schemas.openxmlformats.org/officeDocument/2006/relationships/image' />
</Relationships>

</file>

<file path=ppt/slides/_rels/slide1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5' Target='../media/image9.png' Type='http://schemas.openxmlformats.org/officeDocument/2006/relationships/image' />
</Relationships>

</file>

<file path=ppt/slides/_rels/slide1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6' Target='../media/image10.png' Type='http://schemas.openxmlformats.org/officeDocument/2006/relationships/image' />
</Relationships>

</file>

<file path=ppt/slides/_rels/slide1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7' Target='../media/image11.png' Type='http://schemas.openxmlformats.org/officeDocument/2006/relationships/image' />
</Relationships>

</file>

<file path=ppt/slides/_rels/slide1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8' Target='../media/image12.png' Type='http://schemas.openxmlformats.org/officeDocument/2006/relationships/image' />
</Relationships>

</file>

<file path=ppt/slides/_rels/slide1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9' Target='../media/image13.png' Type='http://schemas.openxmlformats.org/officeDocument/2006/relationships/image' />
</Relationships>

</file>

<file path=ppt/slides/_rels/slide1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0' Target='../media/image14.png' Type='http://schemas.openxmlformats.org/officeDocument/2006/relationships/image' />
</Relationships>

</file>

<file path=ppt/slides/_rels/slide1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1' Target='../media/image15.png' Type='http://schemas.openxmlformats.org/officeDocument/2006/relationships/image' />
</Relationships>

</file>

<file path=ppt/slides/_rels/slide1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2' Target='../media/image16.png' Type='http://schemas.openxmlformats.org/officeDocument/2006/relationships/image' />
</Relationships>

</file>

<file path=ppt/slides/_rels/slide1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3' Target='../media/image17.png' Type='http://schemas.openxmlformats.org/officeDocument/2006/relationships/image' />
</Relationships>

</file>

<file path=ppt/slides/_rels/slide1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4' Target='../media/image18.png' Type='http://schemas.openxmlformats.org/officeDocument/2006/relationships/image' />
</Relationships>

</file>

<file path=ppt/slides/_rels/slide2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5' Target='../media/image19.png' Type='http://schemas.openxmlformats.org/officeDocument/2006/relationships/image' />
</Relationships>

</file>

<file path=ppt/slides/_rels/slide2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6' Target='../media/image20.png' Type='http://schemas.openxmlformats.org/officeDocument/2006/relationships/image' />
</Relationships>

</file>

<file path=ppt/slides/_rels/slide2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7' Target='../media/image21.png' Type='http://schemas.openxmlformats.org/officeDocument/2006/relationships/image' />
</Relationships>

</file>

<file path=ppt/slides/_rels/slide2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8' Target='../media/image22.png' Type='http://schemas.openxmlformats.org/officeDocument/2006/relationships/image' />
</Relationships>

</file>

<file path=ppt/slides/_rels/slide2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9' Target='../media/image23.png' Type='http://schemas.openxmlformats.org/officeDocument/2006/relationships/image' />
</Relationships>

</file>

<file path=ppt/slides/_rels/slide2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30' Target='../media/image24.png' Type='http://schemas.openxmlformats.org/officeDocument/2006/relationships/image' />
</Relationships>

</file>

<file path=ppt/slides/_rels/slide2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31' Target='../media/image25.png' Type='http://schemas.openxmlformats.org/officeDocument/2006/relationships/image' />
</Relationships>

</file>

<file path=ppt/slides/_rels/slide2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32' Target='../media/image26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8B72352A-769D-4437-85EF-B82EF01DB680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Car_Insurance_Final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0200764F-7633-4D24-8674-19896575364E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11/29/2025 10:48:23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-Insurance Claims28" id="2" name="slide2">
            <a:extLst>
              <a:ext uri="{FF2B5EF4-FFF2-40B4-BE49-F238E27FC236}">
                <a16:creationId xmlns:a16="http://schemas.microsoft.com/office/drawing/2014/main" id="{14744230-8A63-4B39-AD15-0E40E4033A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5" y="1022350"/>
            <a:ext cx="11563350" cy="481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-Insurance Claims1" id="3" name="slide3">
            <a:extLst>
              <a:ext uri="{FF2B5EF4-FFF2-40B4-BE49-F238E27FC236}">
                <a16:creationId xmlns:a16="http://schemas.microsoft.com/office/drawing/2014/main" id="{CE79F9A2-BE6F-4E3C-AA9D-D7840B9D2AE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5" y="1022350"/>
            <a:ext cx="11563350" cy="481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-Insurance Claims13" id="4" name="slide4">
            <a:extLst>
              <a:ext uri="{FF2B5EF4-FFF2-40B4-BE49-F238E27FC236}">
                <a16:creationId xmlns:a16="http://schemas.microsoft.com/office/drawing/2014/main" id="{C3A15D0D-0980-46A4-BF84-786B282DF76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5" y="1022350"/>
            <a:ext cx="11563350" cy="481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-Insurance Claims2" id="5" name="slide5">
            <a:extLst>
              <a:ext uri="{FF2B5EF4-FFF2-40B4-BE49-F238E27FC236}">
                <a16:creationId xmlns:a16="http://schemas.microsoft.com/office/drawing/2014/main" id="{CDBE212A-AB20-48B0-8223-B9621B37365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5" y="1022350"/>
            <a:ext cx="11563350" cy="481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-Insurance Claims14" id="6" name="slide6">
            <a:extLst>
              <a:ext uri="{FF2B5EF4-FFF2-40B4-BE49-F238E27FC236}">
                <a16:creationId xmlns:a16="http://schemas.microsoft.com/office/drawing/2014/main" id="{4159F6CC-B117-47BD-A6B2-EC1853FB6EC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5" y="1022350"/>
            <a:ext cx="11563350" cy="481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-Insurance Claims3" id="7" name="slide7">
            <a:extLst>
              <a:ext uri="{FF2B5EF4-FFF2-40B4-BE49-F238E27FC236}">
                <a16:creationId xmlns:a16="http://schemas.microsoft.com/office/drawing/2014/main" id="{6141BA72-0640-4AD5-96DC-EBF1FFD4FCC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5" y="1022350"/>
            <a:ext cx="11563350" cy="481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-Insurance Claims15" id="8" name="slide8">
            <a:extLst>
              <a:ext uri="{FF2B5EF4-FFF2-40B4-BE49-F238E27FC236}">
                <a16:creationId xmlns:a16="http://schemas.microsoft.com/office/drawing/2014/main" id="{41BEBFF3-E6D0-4AFC-9FD8-E89D00750C3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5" y="1022350"/>
            <a:ext cx="11563350" cy="481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-Insurance Claims4" id="9" name="slide9">
            <a:extLst>
              <a:ext uri="{FF2B5EF4-FFF2-40B4-BE49-F238E27FC236}">
                <a16:creationId xmlns:a16="http://schemas.microsoft.com/office/drawing/2014/main" id="{A4F40AC8-B6DF-42D2-933A-DCFEB18AD89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5" y="1022350"/>
            <a:ext cx="11563350" cy="481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-Insurance Claims16" id="10" name="slide10">
            <a:extLst>
              <a:ext uri="{FF2B5EF4-FFF2-40B4-BE49-F238E27FC236}">
                <a16:creationId xmlns:a16="http://schemas.microsoft.com/office/drawing/2014/main" id="{420117B2-5C3D-4B4F-BF39-2C365758F0D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5" y="1022350"/>
            <a:ext cx="11563350" cy="481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-Insurance Claims5" id="11" name="slide11">
            <a:extLst>
              <a:ext uri="{FF2B5EF4-FFF2-40B4-BE49-F238E27FC236}">
                <a16:creationId xmlns:a16="http://schemas.microsoft.com/office/drawing/2014/main" id="{C8163AC0-0243-4CCA-8911-F4E9F63478E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5" y="1022350"/>
            <a:ext cx="11563350" cy="481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-Insurance Claims17" id="12" name="slide12">
            <a:extLst>
              <a:ext uri="{FF2B5EF4-FFF2-40B4-BE49-F238E27FC236}">
                <a16:creationId xmlns:a16="http://schemas.microsoft.com/office/drawing/2014/main" id="{A367FCF7-55AB-4BF9-8492-018238E467A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5" y="1022350"/>
            <a:ext cx="11563350" cy="481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-Insurance Claims6" id="13" name="slide13">
            <a:extLst>
              <a:ext uri="{FF2B5EF4-FFF2-40B4-BE49-F238E27FC236}">
                <a16:creationId xmlns:a16="http://schemas.microsoft.com/office/drawing/2014/main" id="{CB6C9F7E-EE70-4E54-BBD8-70B9E4F4047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5" y="1022350"/>
            <a:ext cx="11563350" cy="481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-Insurance Claims18" id="14" name="slide14">
            <a:extLst>
              <a:ext uri="{FF2B5EF4-FFF2-40B4-BE49-F238E27FC236}">
                <a16:creationId xmlns:a16="http://schemas.microsoft.com/office/drawing/2014/main" id="{5A0FDF52-70FE-4D43-BB92-EF682C2782B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5" y="1022350"/>
            <a:ext cx="11563350" cy="481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-Insurance Claims7" id="15" name="slide15">
            <a:extLst>
              <a:ext uri="{FF2B5EF4-FFF2-40B4-BE49-F238E27FC236}">
                <a16:creationId xmlns:a16="http://schemas.microsoft.com/office/drawing/2014/main" id="{195F3081-108A-4741-8767-26C049CC021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5" y="1022350"/>
            <a:ext cx="11563350" cy="481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-Insurance Claims19" id="16" name="slide16">
            <a:extLst>
              <a:ext uri="{FF2B5EF4-FFF2-40B4-BE49-F238E27FC236}">
                <a16:creationId xmlns:a16="http://schemas.microsoft.com/office/drawing/2014/main" id="{53F54C83-C4F5-4365-90B9-12A86734A464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5" y="1022350"/>
            <a:ext cx="11563350" cy="481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-Insurance Claims8" id="17" name="slide17">
            <a:extLst>
              <a:ext uri="{FF2B5EF4-FFF2-40B4-BE49-F238E27FC236}">
                <a16:creationId xmlns:a16="http://schemas.microsoft.com/office/drawing/2014/main" id="{EFFBDEA4-5B8E-40A2-81F4-6C15EC7D74B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5" y="1022350"/>
            <a:ext cx="11563350" cy="481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-Insurance Claims11" id="18" name="slide18">
            <a:extLst>
              <a:ext uri="{FF2B5EF4-FFF2-40B4-BE49-F238E27FC236}">
                <a16:creationId xmlns:a16="http://schemas.microsoft.com/office/drawing/2014/main" id="{9E45D480-0732-426E-B44D-AC3E0F2CE254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5" y="1022350"/>
            <a:ext cx="11563350" cy="481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-Insurance Claims9" id="19" name="slide19">
            <a:extLst>
              <a:ext uri="{FF2B5EF4-FFF2-40B4-BE49-F238E27FC236}">
                <a16:creationId xmlns:a16="http://schemas.microsoft.com/office/drawing/2014/main" id="{122E4490-2B46-4FFD-9475-019DCAAF258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5" y="1022350"/>
            <a:ext cx="11563350" cy="481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-Insurance Claims20" id="20" name="slide20">
            <a:extLst>
              <a:ext uri="{FF2B5EF4-FFF2-40B4-BE49-F238E27FC236}">
                <a16:creationId xmlns:a16="http://schemas.microsoft.com/office/drawing/2014/main" id="{6383BC5F-367E-4735-AE98-AAB24514ADC7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5" y="1022350"/>
            <a:ext cx="11563350" cy="481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-Insurance Claims10" id="21" name="slide21">
            <a:extLst>
              <a:ext uri="{FF2B5EF4-FFF2-40B4-BE49-F238E27FC236}">
                <a16:creationId xmlns:a16="http://schemas.microsoft.com/office/drawing/2014/main" id="{98C5285E-6C58-4663-BCA1-2254BFC0E69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5" y="1022350"/>
            <a:ext cx="11563350" cy="481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-Insurance Claims21" id="22" name="slide22">
            <a:extLst>
              <a:ext uri="{FF2B5EF4-FFF2-40B4-BE49-F238E27FC236}">
                <a16:creationId xmlns:a16="http://schemas.microsoft.com/office/drawing/2014/main" id="{5E4EC9A0-9CED-439E-8F4B-725B4743EE6E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5" y="1022350"/>
            <a:ext cx="11563350" cy="481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-Insurance Claims25" id="23" name="slide23">
            <a:extLst>
              <a:ext uri="{FF2B5EF4-FFF2-40B4-BE49-F238E27FC236}">
                <a16:creationId xmlns:a16="http://schemas.microsoft.com/office/drawing/2014/main" id="{D4D08951-02C4-4271-A0FF-ACBE89EA8E8F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5" y="1022350"/>
            <a:ext cx="11563350" cy="481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-Insurance Claims26" id="24" name="slide24">
            <a:extLst>
              <a:ext uri="{FF2B5EF4-FFF2-40B4-BE49-F238E27FC236}">
                <a16:creationId xmlns:a16="http://schemas.microsoft.com/office/drawing/2014/main" id="{71CE34EE-A4B3-47F2-9D30-931E5494CD0F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5" y="1022350"/>
            <a:ext cx="11563350" cy="481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-Insurance Claims27" id="25" name="slide25">
            <a:extLst>
              <a:ext uri="{FF2B5EF4-FFF2-40B4-BE49-F238E27FC236}">
                <a16:creationId xmlns:a16="http://schemas.microsoft.com/office/drawing/2014/main" id="{524E840D-C868-476C-B7D6-37211A6B525D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5" y="1022350"/>
            <a:ext cx="11563350" cy="481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-Insurance Claims22" id="26" name="slide26">
            <a:extLst>
              <a:ext uri="{FF2B5EF4-FFF2-40B4-BE49-F238E27FC236}">
                <a16:creationId xmlns:a16="http://schemas.microsoft.com/office/drawing/2014/main" id="{99161BB7-F0C1-42EE-909B-129BB91C106A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5" y="1022350"/>
            <a:ext cx="11563350" cy="481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-Insurance Claims23" id="27" name="slide27">
            <a:extLst>
              <a:ext uri="{FF2B5EF4-FFF2-40B4-BE49-F238E27FC236}">
                <a16:creationId xmlns:a16="http://schemas.microsoft.com/office/drawing/2014/main" id="{6059262B-A5EF-4C81-89D2-AABAB6370A74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5" y="1022350"/>
            <a:ext cx="11563350" cy="481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27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2025-11-29T10:48:29Z</dcterms:created>
  <dcterms:modified xsi:type="dcterms:W3CDTF">2025-11-29T10:48:29Z</dcterms:modified>
</cp:coreProperties>
</file>